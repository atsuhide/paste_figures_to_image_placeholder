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7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94BD6-BCE9-49B8-A5AB-C308DC381464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E3BA5-9A01-4A15-8C8F-47ABC18CB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02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52577-8B04-4359-B1FB-CABDFF121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B6D69E-B2B9-4B5F-8486-BE6F262F0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93885C-46E5-4AB9-A73A-E5528A34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64FACB-3E93-4BC8-8459-9772D83E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94E274-B3E0-4547-8FFE-353B0813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22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04647E5F-6E57-47BD-9FEE-61AC260722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0794" y="1932595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91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6068CD2B-9A4C-42E0-A6BE-E627F3F892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794" y="1932595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図プレースホルダー 7">
            <a:extLst>
              <a:ext uri="{FF2B5EF4-FFF2-40B4-BE49-F238E27FC236}">
                <a16:creationId xmlns:a16="http://schemas.microsoft.com/office/drawing/2014/main" id="{C630221D-BFCF-41F9-9A8C-1395C36D7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00425" y="3093271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73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図プレースホルダー 7">
            <a:extLst>
              <a:ext uri="{FF2B5EF4-FFF2-40B4-BE49-F238E27FC236}">
                <a16:creationId xmlns:a16="http://schemas.microsoft.com/office/drawing/2014/main" id="{39531577-718A-4B5A-BA33-F331B8010E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5176" y="2076643"/>
            <a:ext cx="2036948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図プレースホルダー 7">
            <a:extLst>
              <a:ext uri="{FF2B5EF4-FFF2-40B4-BE49-F238E27FC236}">
                <a16:creationId xmlns:a16="http://schemas.microsoft.com/office/drawing/2014/main" id="{ADC7D28F-15FB-407B-B2B5-71B4DEE097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85930" y="2138724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1" name="図プレースホルダー 7">
            <a:extLst>
              <a:ext uri="{FF2B5EF4-FFF2-40B4-BE49-F238E27FC236}">
                <a16:creationId xmlns:a16="http://schemas.microsoft.com/office/drawing/2014/main" id="{12209C82-4543-4283-923E-80607B7CD5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14914" y="3810428"/>
            <a:ext cx="3191391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15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C701D-65FF-464F-BC52-E96CAC78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8FE253-BBBC-4917-ADF4-CF1B97C59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D4FB51-EA16-4FF3-89FC-DA478B74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55F38-C46D-4925-81AE-301A6C4A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324D4-5E57-43C0-816B-6036B364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971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72453-49B2-486F-AE46-ABA6AFE5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F92FF5-CC16-409A-871A-D529937AA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50AA17-6509-4E8C-99E7-F5CE8755D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A25CC5-A297-4215-9E0C-B5E19B26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444FC3-61E7-4200-BA36-02217E8C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190B5F-350E-4D81-94B6-D280F1A7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6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2E3DC-BBD2-4988-A570-62B9DD9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73E340-40B2-4075-B610-FBA363CBE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BE240B-38DF-4780-BA29-D3C65E20E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A24767-464F-436E-B4BD-DD07A8C73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E2CB40-F75D-4FBC-8F6F-8BA0426A3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41E933-CFF1-469F-B612-CFC1F5E2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EB4F8D-0EE7-46E0-A3A0-6015EE82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0E9D2D-519A-4708-987C-46226159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13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E7B86-9B39-4B37-B790-047B24FA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33B120-F406-4B34-827A-E9F99315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CE0149-D9FB-4BA6-8023-DEC599FB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4451D6-3C60-40AF-86AA-EB92772D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34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16E2D4-0D45-41B0-A249-CCB94AD7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D84417-88A3-4E30-9CDC-069CA20B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C57F02-A03C-4051-AE87-332AF47C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21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7E4ABD-141F-4617-9A5F-A295BE53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3730B7-ABBE-4768-96D5-08913DD9B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81F520-3088-45C0-B2C3-4211387B3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43E2D9-AB70-4ECD-BE66-95AE3D89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A8059F-F17F-44B1-9C82-6C8C1613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326B46-3232-4F3E-BFC9-4811A794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67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AA11B8-C235-400C-9327-3456F878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53F9A1-D1EC-4761-BD54-EA4F43607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ADF5C2-4DFF-433F-A7A2-F42BFF12D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219DEB-D39A-46CF-BCB4-7D347B5A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DA13A7-7EE5-4C18-9122-F215D6FD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C14C06-B375-4A05-89CF-D8380616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086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2E46C-5542-4B64-A1A1-3ECCCFC7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93BB71-5664-45D4-BABB-51D63EC58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504F6-DF6E-4026-8A1F-98A81AA4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EEC00F-02F0-46EF-B6C3-B1FF5F33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83EB3A-32DE-439D-9498-34A39EB5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245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732A46-E21D-467C-A447-D9C55DDFA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F5FBAC-EF6F-47C0-B40C-51542989B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59CA7-9C5C-4B76-8DF0-FEAEBEA0D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44E7FD-2DF9-4C84-91BA-4D08184E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96E203-12BB-4B5C-B603-56FA74A6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1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6A67B1-FD47-4119-87A6-9F741812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67BC38-8361-44D2-8382-AA3C2350C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1CF64B-98AC-47FA-BF6C-5C6722FB3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1E90A-BEED-4782-8B85-E94DC49E7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37BFB0-E2C1-4E14-9DD1-99A045455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6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稲富 惇英</dc:creator>
  <cp:lastModifiedBy>稲富 惇英</cp:lastModifiedBy>
  <cp:revision>3</cp:revision>
  <dcterms:created xsi:type="dcterms:W3CDTF">2021-11-08T13:46:25Z</dcterms:created>
  <dcterms:modified xsi:type="dcterms:W3CDTF">2021-11-08T14:13:53Z</dcterms:modified>
</cp:coreProperties>
</file>